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8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5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" name="applause.wav"/>
          </p:stSnd>
        </p:sndAc>
      </p:transition>
    </mc:Choice>
    <mc:Fallback xmlns="">
      <p:transition spd="slow" advTm="2000">
        <p:split orient="vert"/>
        <p:sndAc>
          <p:stSnd>
            <p:snd r:embed="rId3" name="applaus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13" name="applause.wav"/>
          </p:stSnd>
        </p:sndAc>
      </p:transition>
    </mc:Choice>
    <mc:Fallback xmlns="">
      <p:transition spd="slow" advTm="2000">
        <p:split orient="vert"/>
        <p:sndAc>
          <p:stSnd>
            <p:snd r:embed="rId14" name="applause.wav"/>
          </p:stSnd>
        </p:sndAc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flickr.com/photos/john_hall_associates/3442291885/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c-nd/3.0/" TargetMode="External"/><Relationship Id="rId5" Type="http://schemas.openxmlformats.org/officeDocument/2006/relationships/hyperlink" Target="https://www.finsmes.com/2018/05/top-tips-to-know-before-investing-in-real-estate.html" TargetMode="Externa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atwtyresandmags.com.au/2-easy-ways-real-estate-works/" TargetMode="Externa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nestproperties.com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2457273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KANEST 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PROPERTIES PVT LTD </a:t>
            </a:r>
            <a:b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40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INTRODUCTION</a:t>
            </a:r>
            <a:endParaRPr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C2CF99-7EAE-4D0A-857A-B451B2220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2235200"/>
            <a:ext cx="7653865" cy="4222043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>
        <p:split orient="vert"/>
        <p:sndAc>
          <p:stSnd>
            <p:snd r:embed="rId2" name="applause.wav"/>
          </p:stSnd>
        </p:sndAc>
      </p:transition>
    </mc:Choice>
    <mc:Fallback xmlns="">
      <p:transition spd="slow" advTm="2000">
        <p:split orient="vert"/>
        <p:sndAc>
          <p:stSnd>
            <p:snd r:embed="rId4" name="applaus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1468"/>
            <a:ext cx="8229600" cy="4974696"/>
          </a:xfrm>
        </p:spPr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EA2CBB-092C-4A60-B06B-2D421F1B8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0000"/>
                    </a14:imgEffect>
                    <a14:imgEffect>
                      <a14:brightnessContrast bright="-1000" contrast="-7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7200" y="151723"/>
            <a:ext cx="8119533" cy="63237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CC1E8D-559D-49EF-B496-BEF62684371D}"/>
              </a:ext>
            </a:extLst>
          </p:cNvPr>
          <p:cNvSpPr txBox="1"/>
          <p:nvPr/>
        </p:nvSpPr>
        <p:spPr>
          <a:xfrm>
            <a:off x="0" y="6475445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www.flickr.com/photos/john_hall_associates/3442291885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/3.0/"/>
              </a:rPr>
              <a:t>CC BY</a:t>
            </a:r>
            <a:endParaRPr lang="en-IN" sz="9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7CFE59-CD41-492A-8761-B49CB9A063A3}"/>
              </a:ext>
            </a:extLst>
          </p:cNvPr>
          <p:cNvSpPr/>
          <p:nvPr/>
        </p:nvSpPr>
        <p:spPr>
          <a:xfrm>
            <a:off x="846667" y="1557868"/>
            <a:ext cx="6965244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80000" indent="-180000" algn="ctr"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COMPANY SNAPSHOT</a:t>
            </a:r>
          </a:p>
          <a:p>
            <a:pPr marL="180000" indent="-180000">
              <a:spcBef>
                <a:spcPts val="0"/>
              </a:spcBef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Incorporation Date: 5</a:t>
            </a:r>
            <a:r>
              <a:rPr lang="en-US" sz="3600" baseline="300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th</a:t>
            </a: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 June 2025</a:t>
            </a:r>
          </a:p>
          <a:p>
            <a:pPr marL="180000" indent="-180000">
              <a:spcBef>
                <a:spcPts val="0"/>
              </a:spcBef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Status: Active Startup</a:t>
            </a:r>
          </a:p>
          <a:p>
            <a:pPr marL="180000" indent="-180000">
              <a:spcBef>
                <a:spcPts val="0"/>
              </a:spcBef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Registered Office: No. 41,1st Floor 86th Street, Ashok Nagar, Chennai – 600083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2000">
        <p:circle/>
        <p:sndAc>
          <p:stSnd>
            <p:snd r:embed="rId2" name="applause.wav"/>
          </p:stSnd>
        </p:sndAc>
      </p:transition>
    </mc:Choice>
    <mc:Fallback xmlns="">
      <p:transition spd="slow" advTm="2000">
        <p:circle/>
        <p:sndAc>
          <p:stSnd>
            <p:snd r:embed="rId7" name="applaus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A0A58F-98EA-4285-9425-7679703B0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brightnessContrast bright="-5000" contrast="-79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1600" y="387526"/>
            <a:ext cx="8669866" cy="6308724"/>
          </a:xfrm>
          <a:prstGeom prst="rect">
            <a:avLst/>
          </a:prstGeom>
          <a:effectLst>
            <a:glow>
              <a:schemeClr val="accent1">
                <a:alpha val="91000"/>
              </a:schemeClr>
            </a:glow>
            <a:outerShdw blurRad="50800" dist="50800" dir="5400000" algn="ctr" rotWithShape="0">
              <a:schemeClr val="accent6">
                <a:lumMod val="60000"/>
                <a:lumOff val="40000"/>
              </a:scheme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10F314-0966-4CC9-A7AA-6677CF0AC06C}"/>
              </a:ext>
            </a:extLst>
          </p:cNvPr>
          <p:cNvSpPr txBox="1"/>
          <p:nvPr/>
        </p:nvSpPr>
        <p:spPr>
          <a:xfrm>
            <a:off x="349956" y="10482918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www.finsmes.com/2018/05/top-tips-to-know-before-investing-in-real-estate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-nc-nd/3.0/"/>
              </a:rPr>
              <a:t>CC BY-NC-ND</a:t>
            </a:r>
            <a:endParaRPr lang="en-IN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416C17-94DE-456F-B855-4CC9B81E90D2}"/>
              </a:ext>
            </a:extLst>
          </p:cNvPr>
          <p:cNvSpPr/>
          <p:nvPr/>
        </p:nvSpPr>
        <p:spPr>
          <a:xfrm>
            <a:off x="654755" y="3115735"/>
            <a:ext cx="7134577" cy="28623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80000" indent="-180000" algn="ctr">
              <a:spcBef>
                <a:spcPts val="0"/>
              </a:spcBef>
            </a:pPr>
            <a:r>
              <a:rPr lang="en-US" sz="36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COMPANY LEADERSHIP</a:t>
            </a:r>
          </a:p>
          <a:p>
            <a:pPr marL="180000" indent="-180000">
              <a:spcBef>
                <a:spcPts val="0"/>
              </a:spcBef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DIRECTORS:</a:t>
            </a:r>
          </a:p>
          <a:p>
            <a:pPr marL="180000" indent="-180000">
              <a:spcBef>
                <a:spcPts val="0"/>
              </a:spcBef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-    ANBARASU K</a:t>
            </a:r>
          </a:p>
          <a:p>
            <a:pPr marL="571500" indent="-571500">
              <a:spcBef>
                <a:spcPts val="0"/>
              </a:spcBef>
              <a:buFontTx/>
              <a:buChar char="-"/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KARTHICK K</a:t>
            </a:r>
          </a:p>
          <a:p>
            <a:pPr marL="571500" indent="-571500">
              <a:spcBef>
                <a:spcPts val="0"/>
              </a:spcBef>
              <a:buFontTx/>
              <a:buChar char="-"/>
            </a:pPr>
            <a:r>
              <a:rPr lang="en-US" sz="3600" dirty="0">
                <a:solidFill>
                  <a:srgbClr val="2138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erpetua" panose="02020502060401020303" pitchFamily="18" charset="0"/>
              </a:rPr>
              <a:t>KARTHIK RAJ 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2000">
        <p14:reveal/>
        <p:sndAc>
          <p:stSnd>
            <p:snd r:embed="rId2" name="applause.wav"/>
          </p:stSnd>
        </p:sndAc>
      </p:transition>
    </mc:Choice>
    <mc:Fallback xmlns="">
      <p:transition spd="slow" advTm="2000">
        <p:fade/>
        <p:sndAc>
          <p:stSnd>
            <p:snd r:embed="rId7" name="applaus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NATURE OF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Registered for real estate services on a fee/contract basis</a:t>
            </a:r>
          </a:p>
          <a:p>
            <a:r>
              <a:rPr dirty="0"/>
              <a:t>Focused on property development and land dealings</a:t>
            </a:r>
          </a:p>
          <a:p>
            <a:r>
              <a:rPr dirty="0"/>
              <a:t>Emerging projects in Chennai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2000">
        <p14:reveal/>
        <p:sndAc>
          <p:stSnd>
            <p:snd r:embed="rId2" name="applause.wav"/>
          </p:stSnd>
        </p:sndAc>
      </p:transition>
    </mc:Choice>
    <mc:Fallback xmlns="">
      <p:transition spd="slow" advTm="2000">
        <p:fade/>
        <p:sndAc>
          <p:stSnd>
            <p:snd r:embed="rId3" name="applaus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STRATEGIC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connectivity and high demand areas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6F7DB7-7FE0-4831-87F1-AFEE45ADDF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24088" y="2291644"/>
            <a:ext cx="7495823" cy="4185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77D03FF-5CB6-4C09-B103-BCC8BE1027D3}"/>
              </a:ext>
            </a:extLst>
          </p:cNvPr>
          <p:cNvSpPr txBox="1"/>
          <p:nvPr/>
        </p:nvSpPr>
        <p:spPr>
          <a:xfrm>
            <a:off x="598310" y="6477000"/>
            <a:ext cx="74958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www.atwtyresandmags.com.au/2-easy-ways-real-estate-works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/3.0/"/>
              </a:rPr>
              <a:t>CC BY</a:t>
            </a:r>
            <a:endParaRPr lang="en-IN" sz="90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 advTm="2000">
        <p14:reveal/>
        <p:sndAc>
          <p:stSnd>
            <p:snd r:embed="rId3" name="applause.wav"/>
          </p:stSnd>
        </p:sndAc>
      </p:transition>
    </mc:Choice>
    <mc:Fallback xmlns="">
      <p:transition spd="slow" advTm="2000">
        <p:fade/>
        <p:sndAc>
          <p:stSnd>
            <p:snd r:embed="rId7" name="applaus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VISION &amp; FUTURE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Build a strong brand in Chennai real estate</a:t>
            </a:r>
          </a:p>
          <a:p>
            <a:r>
              <a:rPr dirty="0"/>
              <a:t>Launch more CMDA-approved residential projects</a:t>
            </a:r>
          </a:p>
          <a:p>
            <a:r>
              <a:rPr dirty="0"/>
              <a:t>Focus on trust, quality, and customer satisfaction</a:t>
            </a:r>
          </a:p>
          <a:p>
            <a:r>
              <a:rPr dirty="0"/>
              <a:t>Aim to expand into commercial real estate in future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2000">
        <p14:reveal/>
        <p:sndAc>
          <p:stSnd>
            <p:snd r:embed="rId2" name="applause.wav"/>
          </p:stSnd>
        </p:sndAc>
      </p:transition>
    </mc:Choice>
    <mc:Fallback xmlns="">
      <p:transition spd="slow" advTm="2000">
        <p:fade/>
        <p:sndAc>
          <p:stSnd>
            <p:snd r:embed="rId3" name="applaus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Registered Address: No. 41, 86th Street, Ashok Nagar, Chennai – 600083</a:t>
            </a:r>
          </a:p>
          <a:p>
            <a:r>
              <a:rPr dirty="0"/>
              <a:t>Email: </a:t>
            </a:r>
            <a:r>
              <a:rPr lang="en-US" dirty="0"/>
              <a:t>kanestproperties@gmail.com</a:t>
            </a:r>
            <a:endParaRPr dirty="0"/>
          </a:p>
          <a:p>
            <a:r>
              <a:rPr dirty="0"/>
              <a:t>Phone: </a:t>
            </a:r>
            <a:r>
              <a:rPr lang="en-US" dirty="0"/>
              <a:t>8939890909</a:t>
            </a:r>
          </a:p>
          <a:p>
            <a:r>
              <a:rPr lang="en-US" dirty="0"/>
              <a:t>Website: </a:t>
            </a:r>
            <a:r>
              <a:rPr lang="en-US" dirty="0">
                <a:hlinkClick r:id="rId3"/>
              </a:rPr>
              <a:t>www.kanestproperties.com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2000">
        <p14:reveal/>
        <p:sndAc>
          <p:stSnd>
            <p:snd r:embed="rId2" name="applause.wav"/>
          </p:stSnd>
        </p:sndAc>
      </p:transition>
    </mc:Choice>
    <mc:Fallback xmlns="">
      <p:transition spd="slow" advTm="2000">
        <p:fade/>
        <p:sndAc>
          <p:stSnd>
            <p:snd r:embed="rId4" name="applaus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PROJECTS – PLOTS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6440651-98F7-4EEF-AC29-DE01126079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093604"/>
              </p:ext>
            </p:extLst>
          </p:nvPr>
        </p:nvGraphicFramePr>
        <p:xfrm>
          <a:off x="225778" y="1417638"/>
          <a:ext cx="8760179" cy="53523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352">
                  <a:extLst>
                    <a:ext uri="{9D8B030D-6E8A-4147-A177-3AD203B41FA5}">
                      <a16:colId xmlns:a16="http://schemas.microsoft.com/office/drawing/2014/main" val="1953254508"/>
                    </a:ext>
                  </a:extLst>
                </a:gridCol>
                <a:gridCol w="1930937">
                  <a:extLst>
                    <a:ext uri="{9D8B030D-6E8A-4147-A177-3AD203B41FA5}">
                      <a16:colId xmlns:a16="http://schemas.microsoft.com/office/drawing/2014/main" val="4253715362"/>
                    </a:ext>
                  </a:extLst>
                </a:gridCol>
                <a:gridCol w="3168716">
                  <a:extLst>
                    <a:ext uri="{9D8B030D-6E8A-4147-A177-3AD203B41FA5}">
                      <a16:colId xmlns:a16="http://schemas.microsoft.com/office/drawing/2014/main" val="2512667895"/>
                    </a:ext>
                  </a:extLst>
                </a:gridCol>
                <a:gridCol w="1254283">
                  <a:extLst>
                    <a:ext uri="{9D8B030D-6E8A-4147-A177-3AD203B41FA5}">
                      <a16:colId xmlns:a16="http://schemas.microsoft.com/office/drawing/2014/main" val="4272869723"/>
                    </a:ext>
                  </a:extLst>
                </a:gridCol>
                <a:gridCol w="1732891">
                  <a:extLst>
                    <a:ext uri="{9D8B030D-6E8A-4147-A177-3AD203B41FA5}">
                      <a16:colId xmlns:a16="http://schemas.microsoft.com/office/drawing/2014/main" val="3251925023"/>
                    </a:ext>
                  </a:extLst>
                </a:gridCol>
              </a:tblGrid>
              <a:tr h="650765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S.NO</a:t>
                      </a: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NAME</a:t>
                      </a: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PER SQ/FT</a:t>
                      </a: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APPROVAL</a:t>
                      </a: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1309511335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PLOTS</a:t>
                      </a:r>
                      <a:endParaRPr lang="en-IN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endParaRPr lang="en-IN" sz="18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772571964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REDHILLS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SREE RAM NAGAR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2499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2036504109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REDHILLS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SSS NAGAR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2499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955521262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REDHILLS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SS AVENUE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2499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1137327393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REDHILLS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SRI RAMAMURTHY NAGAR - I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3200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2435667283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REDHILLS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SRI RAMAMURTHY NAGAR -II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2799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2573166768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AYAPAKKAM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VRINDHAVAN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5699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1501140788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TAMBARAM WEST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MARS NEST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4545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CMDA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2229871714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KUNDRATHUR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PEACE TOWN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5050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CMDA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2128966515"/>
                  </a:ext>
                </a:extLst>
              </a:tr>
              <a:tr h="477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APARTMENTS</a:t>
                      </a:r>
                      <a:endParaRPr lang="en-IN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 </a:t>
                      </a:r>
                      <a:endParaRPr lang="en-IN" sz="1800" b="1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3536536539"/>
                  </a:ext>
                </a:extLst>
              </a:tr>
              <a:tr h="369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PALLAVARAM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SR HOMES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6993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CMDA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3314016969"/>
                  </a:ext>
                </a:extLst>
              </a:tr>
              <a:tr h="53204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PERUMBAKKAM (EAST TAMBARAM)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MANJULA BLOSSOM  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>
                          <a:effectLst/>
                        </a:rPr>
                        <a:t>7399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u="none" strike="noStrike" dirty="0">
                          <a:effectLst/>
                        </a:rPr>
                        <a:t>CMDA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310" marR="9310" marT="9310" marB="0" anchor="ctr"/>
                </a:tc>
                <a:extLst>
                  <a:ext uri="{0D108BD9-81ED-4DB2-BD59-A6C34878D82A}">
                    <a16:rowId xmlns:a16="http://schemas.microsoft.com/office/drawing/2014/main" val="265113364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2000">
        <p14:reveal/>
        <p:sndAc>
          <p:stSnd>
            <p:snd r:embed="rId2" name="applause.wav"/>
          </p:stSnd>
        </p:sndAc>
      </p:transition>
    </mc:Choice>
    <mc:Fallback xmlns="">
      <p:transition spd="slow" advTm="2000">
        <p:fade/>
        <p:sndAc>
          <p:stSnd>
            <p:snd r:embed="rId3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267</Words>
  <Application>Microsoft Office PowerPoint</Application>
  <PresentationFormat>On-screen Show (4:3)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Perpetua</vt:lpstr>
      <vt:lpstr>Office Theme</vt:lpstr>
      <vt:lpstr>KANEST PROPERTIES PVT LTD  COMPANY INTRODUCTION</vt:lpstr>
      <vt:lpstr>PowerPoint Presentation</vt:lpstr>
      <vt:lpstr>Leadership</vt:lpstr>
      <vt:lpstr>NATURE OF BUSINESS</vt:lpstr>
      <vt:lpstr>STRATEGIC PRESENCE</vt:lpstr>
      <vt:lpstr>VISION &amp; FUTURE GROWTH</vt:lpstr>
      <vt:lpstr>CONTACT INFORMATION</vt:lpstr>
      <vt:lpstr>CURRENT PROJECTS – PLOTS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KANEST PROPERTIES PVT LTD  COMPANY INTRODUCTION</dc:title>
  <dc:subject/>
  <dc:creator/>
  <cp:keywords/>
  <dc:description>generated using python-pptx</dc:description>
  <cp:lastModifiedBy>kanest properties</cp:lastModifiedBy>
  <cp:revision>8</cp:revision>
  <dcterms:created xsi:type="dcterms:W3CDTF">2013-01-27T09:14:16Z</dcterms:created>
  <dcterms:modified xsi:type="dcterms:W3CDTF">2025-08-23T06:59:34Z</dcterms:modified>
  <cp:category/>
</cp:coreProperties>
</file>